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2" r:id="rId3"/>
    <p:sldId id="270" r:id="rId4"/>
    <p:sldId id="274" r:id="rId5"/>
    <p:sldId id="271" r:id="rId6"/>
    <p:sldId id="275" r:id="rId7"/>
    <p:sldId id="273" r:id="rId8"/>
    <p:sldId id="276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2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rionlinejudge.com.br/judge/es/problems/view/1332" TargetMode="External"/><Relationship Id="rId2" Type="http://schemas.openxmlformats.org/officeDocument/2006/relationships/hyperlink" Target="https://www.urionlinejudge.com.br/judge/es/problems/view/2714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urionlinejudge.com.br/judge/es/problems/index/3?sort=Problems.level&amp;direction=asc" TargetMode="External"/><Relationship Id="rId4" Type="http://schemas.openxmlformats.org/officeDocument/2006/relationships/hyperlink" Target="https://www.urionlinejudge.com.br/judge/es/problems/view/2866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INGLÉS I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s-AR" dirty="0" smtClean="0"/>
          </a:p>
          <a:p>
            <a:r>
              <a:rPr lang="es-AR" dirty="0" smtClean="0"/>
              <a:t>Prof. Nidia S. </a:t>
            </a:r>
            <a:r>
              <a:rPr lang="es-AR" dirty="0" err="1" smtClean="0"/>
              <a:t>Redonder</a:t>
            </a:r>
            <a:endParaRPr lang="es-AR" dirty="0"/>
          </a:p>
          <a:p>
            <a:r>
              <a:rPr lang="es-AR" dirty="0" smtClean="0"/>
              <a:t>UTN - FRSF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842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26017"/>
          </a:xfrm>
        </p:spPr>
        <p:txBody>
          <a:bodyPr>
            <a:normAutofit fontScale="90000"/>
          </a:bodyPr>
          <a:lstStyle/>
          <a:p>
            <a:pPr algn="ctr"/>
            <a:r>
              <a:rPr lang="es-AR" b="1" dirty="0" smtClean="0"/>
              <a:t>LA ORACIÓN SIMPLE</a:t>
            </a:r>
            <a:r>
              <a:rPr lang="es-AR" b="1" dirty="0"/>
              <a:t/>
            </a:r>
            <a:br>
              <a:rPr lang="es-AR" b="1" dirty="0"/>
            </a:br>
            <a:r>
              <a:rPr lang="es-AR" sz="3100" b="1" dirty="0" smtClean="0"/>
              <a:t>(VOZ ACTIVA)</a:t>
            </a:r>
            <a:endParaRPr lang="es-AR" sz="31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35617"/>
            <a:ext cx="8596668" cy="4405745"/>
          </a:xfrm>
        </p:spPr>
        <p:txBody>
          <a:bodyPr/>
          <a:lstStyle/>
          <a:p>
            <a:pPr marL="0" indent="0" algn="ctr">
              <a:buFont typeface="Wingdings 3" panose="05040102010807070707" pitchFamily="18" charset="2"/>
              <a:buNone/>
            </a:pPr>
            <a:endParaRPr lang="es-AR" altLang="es-AR" b="1" dirty="0" smtClean="0"/>
          </a:p>
          <a:p>
            <a:pPr marL="0" indent="0" algn="ctr">
              <a:buFont typeface="Wingdings 3" panose="05040102010807070707" pitchFamily="18" charset="2"/>
              <a:buNone/>
            </a:pPr>
            <a:endParaRPr lang="es-AR" altLang="es-AR" b="1" dirty="0" smtClean="0"/>
          </a:p>
          <a:p>
            <a:pPr marL="0" indent="0" algn="ctr">
              <a:buFont typeface="Wingdings 3" panose="05040102010807070707" pitchFamily="18" charset="2"/>
              <a:buNone/>
            </a:pPr>
            <a:r>
              <a:rPr lang="es-AR" altLang="es-AR" sz="2400" b="1" dirty="0" smtClean="0"/>
              <a:t>SUJETO  </a:t>
            </a:r>
            <a:r>
              <a:rPr lang="es-AR" altLang="es-AR" sz="2400" b="1" dirty="0"/>
              <a:t>+  VERBO  +  RESTO DE LA ORACIÓN</a:t>
            </a:r>
            <a:endParaRPr lang="es-AR" altLang="es-AR" sz="2400" dirty="0"/>
          </a:p>
          <a:p>
            <a:pPr marL="0" indent="0">
              <a:buFont typeface="Wingdings 3" panose="05040102010807070707" pitchFamily="18" charset="2"/>
              <a:buNone/>
            </a:pPr>
            <a:endParaRPr lang="es-AR" altLang="es-AR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s-AR" b="1" i="1" u="sng" dirty="0"/>
              <a:t>We</a:t>
            </a:r>
            <a:r>
              <a:rPr lang="en-US" altLang="es-AR" b="1" i="1" dirty="0"/>
              <a:t>     </a:t>
            </a:r>
            <a:r>
              <a:rPr lang="en-US" altLang="es-AR" b="1" i="1" u="sng" dirty="0"/>
              <a:t>measure</a:t>
            </a:r>
            <a:r>
              <a:rPr lang="en-US" altLang="es-AR" b="1" i="1" dirty="0"/>
              <a:t>     </a:t>
            </a:r>
            <a:r>
              <a:rPr lang="en-US" altLang="es-AR" b="1" i="1" u="sng" dirty="0"/>
              <a:t>the Random Access Memory     in Megabytes</a:t>
            </a:r>
            <a:r>
              <a:rPr lang="en-US" altLang="es-AR" b="1" i="1" dirty="0"/>
              <a:t>.</a:t>
            </a:r>
            <a:endParaRPr lang="es-AR" altLang="es-AR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s-AR" altLang="es-AR" b="1" i="1" dirty="0"/>
              <a:t>S             V                                       R.O.</a:t>
            </a:r>
            <a:endParaRPr lang="es-AR" altLang="es-AR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s-AR" altLang="es-AR" dirty="0"/>
              <a:t> 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s-AR" altLang="es-AR" b="1" dirty="0"/>
              <a:t>S</a:t>
            </a:r>
            <a:r>
              <a:rPr lang="es-AR" altLang="es-AR" dirty="0"/>
              <a:t>: Sujeto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s-AR" altLang="es-AR" b="1" dirty="0"/>
              <a:t>V</a:t>
            </a:r>
            <a:r>
              <a:rPr lang="es-AR" altLang="es-AR" dirty="0"/>
              <a:t>: </a:t>
            </a:r>
            <a:r>
              <a:rPr lang="es-AR" altLang="es-AR" dirty="0" smtClean="0"/>
              <a:t>Verbo (conjugado en </a:t>
            </a:r>
            <a:r>
              <a:rPr lang="es-AR" altLang="es-AR" b="1" i="1" dirty="0" smtClean="0"/>
              <a:t>PRESENTE SIMPLE</a:t>
            </a:r>
            <a:r>
              <a:rPr lang="es-AR" altLang="es-AR" dirty="0" smtClean="0"/>
              <a:t>)</a:t>
            </a:r>
            <a:endParaRPr lang="es-AR" altLang="es-AR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s-AR" altLang="es-AR" b="1" dirty="0"/>
              <a:t>R.O.</a:t>
            </a:r>
            <a:r>
              <a:rPr lang="es-AR" altLang="es-AR" dirty="0"/>
              <a:t>: Resto de la Oración (Objeto Directo + Adverbio</a:t>
            </a:r>
            <a:r>
              <a:rPr lang="es-AR" altLang="es-AR" dirty="0" smtClean="0"/>
              <a:t>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s-AR" alt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5333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497983"/>
          </a:xfrm>
        </p:spPr>
        <p:txBody>
          <a:bodyPr>
            <a:normAutofit fontScale="90000"/>
          </a:bodyPr>
          <a:lstStyle/>
          <a:p>
            <a:pPr algn="ctr"/>
            <a:r>
              <a:rPr lang="es-AR" b="1" dirty="0" smtClean="0"/>
              <a:t>VERBOS MODALES</a:t>
            </a:r>
            <a:endParaRPr lang="es-AR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442434"/>
            <a:ext cx="8878790" cy="5254579"/>
          </a:xfrm>
        </p:spPr>
        <p:txBody>
          <a:bodyPr/>
          <a:lstStyle/>
          <a:p>
            <a:pPr lvl="0"/>
            <a:r>
              <a:rPr lang="es-AR" sz="2000" i="1" dirty="0" smtClean="0"/>
              <a:t>Forma afirmativa:</a:t>
            </a:r>
          </a:p>
          <a:p>
            <a:pPr lvl="0"/>
            <a:endParaRPr lang="es-AR" dirty="0" smtClean="0"/>
          </a:p>
          <a:p>
            <a:pPr lvl="0"/>
            <a:endParaRPr lang="es-AR" dirty="0" smtClean="0"/>
          </a:p>
          <a:p>
            <a:pPr marL="0" lvl="0" indent="0">
              <a:buNone/>
            </a:pPr>
            <a:r>
              <a:rPr lang="es-AR" dirty="0" smtClean="0"/>
              <a:t>	</a:t>
            </a:r>
            <a:r>
              <a:rPr lang="es-AR" dirty="0" err="1" smtClean="0"/>
              <a:t>You</a:t>
            </a:r>
            <a:r>
              <a:rPr lang="es-AR" dirty="0" smtClean="0"/>
              <a:t> </a:t>
            </a:r>
            <a:r>
              <a:rPr lang="es-AR" dirty="0" err="1" smtClean="0"/>
              <a:t>should</a:t>
            </a:r>
            <a:r>
              <a:rPr lang="es-AR" dirty="0" smtClean="0"/>
              <a:t> </a:t>
            </a:r>
            <a:r>
              <a:rPr lang="es-AR" dirty="0" err="1" smtClean="0"/>
              <a:t>practise</a:t>
            </a:r>
            <a:r>
              <a:rPr lang="es-AR" dirty="0" smtClean="0"/>
              <a:t> more </a:t>
            </a:r>
            <a:r>
              <a:rPr lang="es-AR" dirty="0" err="1" smtClean="0"/>
              <a:t>these</a:t>
            </a:r>
            <a:r>
              <a:rPr lang="es-AR" dirty="0" smtClean="0"/>
              <a:t> </a:t>
            </a:r>
            <a:r>
              <a:rPr lang="es-AR" dirty="0" err="1" smtClean="0"/>
              <a:t>structures</a:t>
            </a:r>
            <a:r>
              <a:rPr lang="es-AR" dirty="0" smtClean="0"/>
              <a:t>.</a:t>
            </a:r>
          </a:p>
          <a:p>
            <a:pPr marL="0" lvl="0" indent="0">
              <a:buNone/>
            </a:pPr>
            <a:endParaRPr lang="es-AR" dirty="0"/>
          </a:p>
          <a:p>
            <a:pPr lvl="0"/>
            <a:r>
              <a:rPr lang="es-AR" sz="2000" i="1" dirty="0"/>
              <a:t>Forma Negativa</a:t>
            </a:r>
            <a:r>
              <a:rPr lang="es-AR" dirty="0"/>
              <a:t>:</a:t>
            </a:r>
          </a:p>
          <a:p>
            <a:pPr marL="0" indent="0">
              <a:buNone/>
            </a:pPr>
            <a:r>
              <a:rPr lang="es-AR" dirty="0" smtClean="0"/>
              <a:t>       </a:t>
            </a:r>
            <a:r>
              <a:rPr lang="es-AR" b="1" dirty="0"/>
              <a:t>SUJETO   +   VERBO MODAL    +   NOT   +    INFINITIVO (sin “to”)  </a:t>
            </a:r>
            <a:endParaRPr lang="es-AR" dirty="0"/>
          </a:p>
          <a:p>
            <a:pPr marL="0" indent="0">
              <a:buNone/>
            </a:pPr>
            <a:r>
              <a:rPr lang="en-US" dirty="0" smtClean="0"/>
              <a:t>	You </a:t>
            </a:r>
            <a:r>
              <a:rPr lang="en-US" b="1" dirty="0"/>
              <a:t>cannot</a:t>
            </a:r>
            <a:r>
              <a:rPr lang="en-US" dirty="0"/>
              <a:t> (can´t) </a:t>
            </a:r>
            <a:r>
              <a:rPr lang="en-US" b="1" dirty="0"/>
              <a:t>use</a:t>
            </a:r>
            <a:r>
              <a:rPr lang="en-US" dirty="0"/>
              <a:t> the image in a DTP program.</a:t>
            </a:r>
            <a:endParaRPr lang="es-AR" dirty="0"/>
          </a:p>
          <a:p>
            <a:pPr marL="0" indent="0">
              <a:buNone/>
            </a:pPr>
            <a:r>
              <a:rPr lang="en-US" dirty="0"/>
              <a:t> </a:t>
            </a:r>
            <a:endParaRPr lang="es-AR" dirty="0"/>
          </a:p>
          <a:p>
            <a:pPr lvl="0"/>
            <a:r>
              <a:rPr lang="es-AR" sz="2000" i="1" dirty="0"/>
              <a:t>Forma Interrogativa</a:t>
            </a:r>
            <a:r>
              <a:rPr lang="es-AR" dirty="0"/>
              <a:t>:</a:t>
            </a:r>
          </a:p>
          <a:p>
            <a:pPr marL="0" indent="0">
              <a:buNone/>
            </a:pPr>
            <a:r>
              <a:rPr lang="es-AR" b="1" dirty="0" smtClean="0"/>
              <a:t>	VERBO </a:t>
            </a:r>
            <a:r>
              <a:rPr lang="es-AR" b="1" dirty="0"/>
              <a:t>MODAL    +   SUJETO   +    INFINITIVO (sin “to”)  </a:t>
            </a:r>
            <a:r>
              <a:rPr lang="es-AR" sz="2400" b="1" dirty="0" smtClean="0"/>
              <a:t>?</a:t>
            </a:r>
            <a:endParaRPr lang="es-AR" sz="2400" u="sng" dirty="0"/>
          </a:p>
          <a:p>
            <a:pPr marL="0" indent="0">
              <a:buNone/>
            </a:pPr>
            <a:r>
              <a:rPr lang="en-GB" dirty="0" smtClean="0"/>
              <a:t>	</a:t>
            </a:r>
            <a:r>
              <a:rPr lang="en-US" b="1" dirty="0" smtClean="0"/>
              <a:t>Can</a:t>
            </a:r>
            <a:r>
              <a:rPr lang="en-US" dirty="0" smtClean="0"/>
              <a:t> </a:t>
            </a:r>
            <a:r>
              <a:rPr lang="en-US" dirty="0"/>
              <a:t>you </a:t>
            </a:r>
            <a:r>
              <a:rPr lang="en-US" b="1" dirty="0"/>
              <a:t>switch</a:t>
            </a:r>
            <a:r>
              <a:rPr lang="en-US" dirty="0"/>
              <a:t> on the PC, please?</a:t>
            </a:r>
            <a:endParaRPr lang="es-AR" dirty="0"/>
          </a:p>
          <a:p>
            <a:pPr lvl="0"/>
            <a:endParaRPr lang="es-AR" dirty="0" smtClean="0"/>
          </a:p>
        </p:txBody>
      </p:sp>
      <p:sp>
        <p:nvSpPr>
          <p:cNvPr id="4" name="Rectángulo 3"/>
          <p:cNvSpPr/>
          <p:nvPr/>
        </p:nvSpPr>
        <p:spPr>
          <a:xfrm>
            <a:off x="1143597" y="1815921"/>
            <a:ext cx="7946263" cy="540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s-AR" sz="2400" b="1" dirty="0" smtClean="0"/>
              <a:t>Sujeto + VERBO </a:t>
            </a:r>
            <a:r>
              <a:rPr lang="es-AR" sz="2400" b="1" dirty="0"/>
              <a:t>MODAL    +    INFINITIVO (sin “to”)</a:t>
            </a:r>
            <a:r>
              <a:rPr lang="es-AR" b="1" dirty="0"/>
              <a:t>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87594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489397"/>
            <a:ext cx="8596668" cy="862884"/>
          </a:xfrm>
        </p:spPr>
        <p:txBody>
          <a:bodyPr>
            <a:normAutofit/>
          </a:bodyPr>
          <a:lstStyle/>
          <a:p>
            <a:pPr algn="ctr"/>
            <a:r>
              <a:rPr lang="es-AR" sz="3200" dirty="0"/>
              <a:t>VERBOS MODALES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519707"/>
            <a:ext cx="8596668" cy="4521655"/>
          </a:xfrm>
        </p:spPr>
        <p:txBody>
          <a:bodyPr/>
          <a:lstStyle/>
          <a:p>
            <a:pPr lvl="0"/>
            <a:r>
              <a:rPr lang="es-AR" sz="2000" dirty="0"/>
              <a:t>Verbos modales que indican </a:t>
            </a:r>
            <a:r>
              <a:rPr lang="es-AR" sz="2000" b="1" i="1" dirty="0"/>
              <a:t>capacidad, posibilidad</a:t>
            </a:r>
            <a:r>
              <a:rPr lang="es-AR" sz="2000" dirty="0"/>
              <a:t>: </a:t>
            </a:r>
            <a:r>
              <a:rPr lang="es-AR" sz="2000" b="1" dirty="0"/>
              <a:t>CAN, COULD</a:t>
            </a:r>
            <a:endParaRPr lang="es-AR" sz="2000" dirty="0"/>
          </a:p>
          <a:p>
            <a:pPr marL="0" indent="0">
              <a:buNone/>
            </a:pPr>
            <a:r>
              <a:rPr lang="en-GB" sz="2000" dirty="0" smtClean="0"/>
              <a:t>	</a:t>
            </a:r>
            <a:r>
              <a:rPr lang="en-GB" sz="2000" u="sng" dirty="0" err="1" smtClean="0"/>
              <a:t>Ejemplos</a:t>
            </a:r>
            <a:r>
              <a:rPr lang="en-GB" sz="2000" dirty="0"/>
              <a:t>:</a:t>
            </a:r>
            <a:endParaRPr lang="es-AR" sz="2000" dirty="0"/>
          </a:p>
          <a:p>
            <a:pPr marL="0" indent="0">
              <a:buNone/>
            </a:pPr>
            <a:r>
              <a:rPr lang="en-US" sz="2000" dirty="0" smtClean="0"/>
              <a:t>	You </a:t>
            </a:r>
            <a:r>
              <a:rPr lang="en-US" sz="2000" b="1" dirty="0"/>
              <a:t>can</a:t>
            </a:r>
            <a:r>
              <a:rPr lang="en-US" sz="2000" dirty="0"/>
              <a:t> </a:t>
            </a:r>
            <a:r>
              <a:rPr lang="en-US" sz="2000" b="1" i="1" dirty="0"/>
              <a:t>view </a:t>
            </a:r>
            <a:r>
              <a:rPr lang="en-US" sz="2000" dirty="0"/>
              <a:t>many interesting websites with your browser.</a:t>
            </a:r>
            <a:endParaRPr lang="es-AR" sz="2000" dirty="0"/>
          </a:p>
          <a:p>
            <a:pPr marL="0" indent="0">
              <a:buNone/>
            </a:pPr>
            <a:r>
              <a:rPr lang="en-US" sz="2000" dirty="0" smtClean="0"/>
              <a:t>	Someone </a:t>
            </a:r>
            <a:r>
              <a:rPr lang="en-US" sz="2000" b="1" dirty="0"/>
              <a:t>could</a:t>
            </a:r>
            <a:r>
              <a:rPr lang="en-US" sz="2000" dirty="0"/>
              <a:t> </a:t>
            </a:r>
            <a:r>
              <a:rPr lang="en-US" sz="2000" b="1" i="1" dirty="0"/>
              <a:t>help</a:t>
            </a:r>
            <a:r>
              <a:rPr lang="en-US" sz="2000" dirty="0"/>
              <a:t> you if you want.</a:t>
            </a:r>
            <a:endParaRPr lang="es-AR" sz="2000" dirty="0"/>
          </a:p>
          <a:p>
            <a:pPr marL="0" indent="0">
              <a:buNone/>
            </a:pPr>
            <a:r>
              <a:rPr lang="en-US" sz="2000" dirty="0"/>
              <a:t> </a:t>
            </a:r>
            <a:endParaRPr lang="es-AR" sz="2000" dirty="0"/>
          </a:p>
          <a:p>
            <a:pPr lvl="0"/>
            <a:r>
              <a:rPr lang="es-AR" sz="2000" dirty="0"/>
              <a:t>Verbos modales que sirven para indicar </a:t>
            </a:r>
            <a:r>
              <a:rPr lang="es-AR" sz="2000" b="1" i="1" dirty="0"/>
              <a:t>permiso, posibilidad</a:t>
            </a:r>
            <a:r>
              <a:rPr lang="es-AR" sz="2000" dirty="0"/>
              <a:t>: </a:t>
            </a:r>
            <a:r>
              <a:rPr lang="es-AR" sz="2000" b="1" dirty="0"/>
              <a:t>MAY, MIGHT</a:t>
            </a:r>
          </a:p>
          <a:p>
            <a:pPr marL="0" indent="0">
              <a:buNone/>
            </a:pPr>
            <a:r>
              <a:rPr lang="en-GB" sz="2000" dirty="0" smtClean="0"/>
              <a:t>	</a:t>
            </a:r>
            <a:r>
              <a:rPr lang="en-GB" sz="2000" u="sng" dirty="0" err="1" smtClean="0"/>
              <a:t>Ejemplos</a:t>
            </a:r>
            <a:r>
              <a:rPr lang="en-GB" sz="2000" dirty="0"/>
              <a:t>: </a:t>
            </a:r>
            <a:endParaRPr lang="es-AR" sz="2000" dirty="0"/>
          </a:p>
          <a:p>
            <a:pPr marL="0" indent="0">
              <a:buNone/>
            </a:pPr>
            <a:r>
              <a:rPr lang="en-US" sz="2000" dirty="0" smtClean="0"/>
              <a:t>	You </a:t>
            </a:r>
            <a:r>
              <a:rPr lang="en-US" sz="2000" b="1" i="1" dirty="0"/>
              <a:t>may</a:t>
            </a:r>
            <a:r>
              <a:rPr lang="en-US" sz="2000" dirty="0"/>
              <a:t> </a:t>
            </a:r>
            <a:r>
              <a:rPr lang="en-US" sz="2000" b="1" i="1" dirty="0"/>
              <a:t>finish</a:t>
            </a:r>
            <a:r>
              <a:rPr lang="en-US" sz="2000" dirty="0"/>
              <a:t> this practice for next class.</a:t>
            </a:r>
            <a:endParaRPr lang="es-AR" sz="2000" dirty="0"/>
          </a:p>
          <a:p>
            <a:pPr marL="0" indent="0">
              <a:buNone/>
            </a:pPr>
            <a:r>
              <a:rPr lang="en-US" sz="2000" dirty="0" smtClean="0"/>
              <a:t>	It </a:t>
            </a:r>
            <a:r>
              <a:rPr lang="en-US" sz="2000" b="1" dirty="0"/>
              <a:t>might</a:t>
            </a:r>
            <a:r>
              <a:rPr lang="en-US" sz="2000" dirty="0"/>
              <a:t> </a:t>
            </a:r>
            <a:r>
              <a:rPr lang="en-US" sz="2000" b="1" i="1" dirty="0"/>
              <a:t>be</a:t>
            </a:r>
            <a:r>
              <a:rPr lang="en-US" sz="2000" dirty="0"/>
              <a:t> difficult to find the right answer to the problem.</a:t>
            </a:r>
            <a:endParaRPr lang="es-AR" sz="2000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91961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26772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 smtClean="0"/>
              <a:t>VERBOS MODALES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8034" y="1596982"/>
            <a:ext cx="9537998" cy="4726546"/>
          </a:xfrm>
        </p:spPr>
        <p:txBody>
          <a:bodyPr>
            <a:normAutofit/>
          </a:bodyPr>
          <a:lstStyle/>
          <a:p>
            <a:pPr lvl="0"/>
            <a:r>
              <a:rPr lang="es-AR" sz="2400" b="1" dirty="0" smtClean="0"/>
              <a:t> </a:t>
            </a:r>
            <a:r>
              <a:rPr lang="es-AR" sz="2000" dirty="0"/>
              <a:t>Verbos modales que sirven para indicar </a:t>
            </a:r>
            <a:r>
              <a:rPr lang="es-AR" sz="2000" b="1" i="1" dirty="0"/>
              <a:t>obligación</a:t>
            </a:r>
            <a:r>
              <a:rPr lang="es-AR" sz="2000" dirty="0"/>
              <a:t>: MUST, SHOULD</a:t>
            </a:r>
          </a:p>
          <a:p>
            <a:pPr marL="0" indent="0">
              <a:buNone/>
            </a:pPr>
            <a:r>
              <a:rPr lang="en-GB" sz="2000" u="sng" dirty="0"/>
              <a:t>E</a:t>
            </a:r>
            <a:r>
              <a:rPr lang="en-US" sz="2000" u="sng" dirty="0" err="1"/>
              <a:t>jemplos</a:t>
            </a:r>
            <a:r>
              <a:rPr lang="en-US" sz="2000" dirty="0"/>
              <a:t>:</a:t>
            </a:r>
            <a:endParaRPr lang="es-AR" sz="2000" dirty="0"/>
          </a:p>
          <a:p>
            <a:pPr marL="0" indent="0">
              <a:buNone/>
            </a:pPr>
            <a:r>
              <a:rPr lang="en-US" sz="2000" dirty="0"/>
              <a:t>You </a:t>
            </a:r>
            <a:r>
              <a:rPr lang="en-US" sz="2000" b="1" dirty="0"/>
              <a:t>must</a:t>
            </a:r>
            <a:r>
              <a:rPr lang="en-US" sz="2000" dirty="0"/>
              <a:t> </a:t>
            </a:r>
            <a:r>
              <a:rPr lang="en-US" sz="2000" b="1" i="1" dirty="0"/>
              <a:t>choose</a:t>
            </a:r>
            <a:r>
              <a:rPr lang="en-US" sz="2000" dirty="0"/>
              <a:t> the location where you want to save the file.</a:t>
            </a:r>
            <a:endParaRPr lang="es-AR" sz="2000" dirty="0"/>
          </a:p>
          <a:p>
            <a:pPr marL="0" indent="0">
              <a:buNone/>
            </a:pPr>
            <a:r>
              <a:rPr lang="en-US" sz="2000" dirty="0"/>
              <a:t>They </a:t>
            </a:r>
            <a:r>
              <a:rPr lang="en-US" sz="2000" b="1" dirty="0"/>
              <a:t>should</a:t>
            </a:r>
            <a:r>
              <a:rPr lang="en-US" sz="2000" dirty="0"/>
              <a:t> </a:t>
            </a:r>
            <a:r>
              <a:rPr lang="en-US" sz="2000" b="1" i="1" dirty="0"/>
              <a:t>check</a:t>
            </a:r>
            <a:r>
              <a:rPr lang="en-US" sz="2000" dirty="0"/>
              <a:t> the device before using it.</a:t>
            </a:r>
            <a:endParaRPr lang="es-AR" sz="2000" dirty="0"/>
          </a:p>
          <a:p>
            <a:pPr marL="0" indent="0">
              <a:buNone/>
            </a:pPr>
            <a:r>
              <a:rPr lang="en-US" sz="2000" dirty="0"/>
              <a:t> </a:t>
            </a:r>
            <a:endParaRPr lang="es-AR" sz="2000" dirty="0"/>
          </a:p>
          <a:p>
            <a:pPr lvl="0"/>
            <a:r>
              <a:rPr lang="es-AR" sz="2000" dirty="0"/>
              <a:t>Verbos modales que indican </a:t>
            </a:r>
            <a:r>
              <a:rPr lang="es-AR" sz="2000" b="1" i="1" dirty="0"/>
              <a:t>necesidad o ausencia de necesidad</a:t>
            </a:r>
            <a:r>
              <a:rPr lang="es-AR" sz="2000" b="1" dirty="0"/>
              <a:t>: </a:t>
            </a:r>
            <a:r>
              <a:rPr lang="es-AR" sz="2000" dirty="0"/>
              <a:t>NEED (TO), DON´T NEED TO, DON´T HAVE TO</a:t>
            </a:r>
          </a:p>
          <a:p>
            <a:pPr marL="0" indent="0">
              <a:buNone/>
            </a:pPr>
            <a:r>
              <a:rPr lang="es-AR" sz="2000" u="sng" dirty="0"/>
              <a:t>Ejemplos</a:t>
            </a:r>
            <a:r>
              <a:rPr lang="es-AR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They </a:t>
            </a:r>
            <a:r>
              <a:rPr lang="en-US" sz="2000" b="1" dirty="0"/>
              <a:t>don´t need to</a:t>
            </a:r>
            <a:r>
              <a:rPr lang="en-US" sz="2000" dirty="0"/>
              <a:t> </a:t>
            </a:r>
            <a:r>
              <a:rPr lang="en-US" sz="2000" b="1" i="1" dirty="0"/>
              <a:t>change</a:t>
            </a:r>
            <a:r>
              <a:rPr lang="en-US" sz="2000" dirty="0"/>
              <a:t> the computer immediately.</a:t>
            </a:r>
            <a:endParaRPr lang="es-AR" sz="2000" dirty="0"/>
          </a:p>
          <a:p>
            <a:pPr marL="0" indent="0">
              <a:buNone/>
            </a:pPr>
            <a:r>
              <a:rPr lang="en-US" sz="2000" dirty="0"/>
              <a:t>He </a:t>
            </a:r>
            <a:r>
              <a:rPr lang="en-US" sz="2000" b="1" dirty="0"/>
              <a:t>needs to</a:t>
            </a:r>
            <a:r>
              <a:rPr lang="en-US" sz="2000" dirty="0"/>
              <a:t> </a:t>
            </a:r>
            <a:r>
              <a:rPr lang="en-US" sz="2000" b="1" i="1" dirty="0"/>
              <a:t>finish</a:t>
            </a:r>
            <a:r>
              <a:rPr lang="en-US" sz="2000" dirty="0"/>
              <a:t> the project by the end of the year.</a:t>
            </a: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262312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6924"/>
          </a:xfrm>
        </p:spPr>
        <p:txBody>
          <a:bodyPr/>
          <a:lstStyle/>
          <a:p>
            <a:pPr algn="ctr"/>
            <a:r>
              <a:rPr lang="es-AR" dirty="0" smtClean="0"/>
              <a:t>EXPRESIONES SUSTITUTAS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7031" y="1429556"/>
            <a:ext cx="9122275" cy="5087154"/>
          </a:xfrm>
        </p:spPr>
        <p:txBody>
          <a:bodyPr>
            <a:normAutofit fontScale="92500" lnSpcReduction="10000"/>
          </a:bodyPr>
          <a:lstStyle/>
          <a:p>
            <a:endParaRPr lang="es-AR" sz="2000" dirty="0" smtClean="0"/>
          </a:p>
          <a:p>
            <a:pPr marL="0" indent="0">
              <a:buNone/>
            </a:pPr>
            <a:r>
              <a:rPr lang="es-AR" sz="2000" dirty="0" smtClean="0"/>
              <a:t>VERBOS  MODALES             </a:t>
            </a:r>
            <a:r>
              <a:rPr lang="es-AR" sz="2000" b="1" dirty="0" smtClean="0"/>
              <a:t>verbos defectivos </a:t>
            </a:r>
            <a:r>
              <a:rPr lang="es-AR" sz="2000" dirty="0" smtClean="0"/>
              <a:t>(no tienen conjugación completa)</a:t>
            </a:r>
          </a:p>
          <a:p>
            <a:pPr marL="0" indent="0">
              <a:buNone/>
            </a:pPr>
            <a:endParaRPr lang="es-AR" sz="2000" dirty="0"/>
          </a:p>
          <a:p>
            <a:r>
              <a:rPr lang="es-AR" sz="2000" dirty="0" smtClean="0"/>
              <a:t>CAN = BE ABLE TO (ser capaz de)</a:t>
            </a:r>
            <a:endParaRPr lang="es-AR" sz="2000" dirty="0"/>
          </a:p>
          <a:p>
            <a:pPr marL="0" indent="0">
              <a:buNone/>
            </a:pPr>
            <a:r>
              <a:rPr lang="es-AR" sz="2000" dirty="0" smtClean="0"/>
              <a:t>Ejemplo:</a:t>
            </a:r>
          </a:p>
          <a:p>
            <a:pPr marL="0" indent="0">
              <a:buNone/>
            </a:pPr>
            <a:r>
              <a:rPr lang="en-US" sz="2000" dirty="0"/>
              <a:t>I </a:t>
            </a:r>
            <a:r>
              <a:rPr lang="en-US" sz="2000" i="1" dirty="0"/>
              <a:t>was not able to open </a:t>
            </a:r>
            <a:r>
              <a:rPr lang="en-US" sz="2000" dirty="0"/>
              <a:t>most of my </a:t>
            </a:r>
            <a:r>
              <a:rPr lang="en-US" sz="2000" dirty="0" smtClean="0"/>
              <a:t>programs yesterday.</a:t>
            </a:r>
          </a:p>
          <a:p>
            <a:pPr marL="0" indent="0">
              <a:buNone/>
            </a:pPr>
            <a:r>
              <a:rPr lang="en-US" sz="2000" dirty="0"/>
              <a:t>Once the software is loaded, the computer is able to execute the software.</a:t>
            </a:r>
            <a:endParaRPr lang="es-AR" sz="2000" dirty="0"/>
          </a:p>
          <a:p>
            <a:pPr marL="0" indent="0">
              <a:buNone/>
            </a:pPr>
            <a:endParaRPr lang="es-AR" sz="2000" dirty="0" smtClean="0"/>
          </a:p>
          <a:p>
            <a:r>
              <a:rPr lang="es-AR" sz="2000" dirty="0" smtClean="0"/>
              <a:t>MUST = HAVE TO (tener que)</a:t>
            </a:r>
          </a:p>
          <a:p>
            <a:pPr marL="0" indent="0">
              <a:buNone/>
            </a:pPr>
            <a:r>
              <a:rPr lang="es-AR" sz="2000" dirty="0" smtClean="0"/>
              <a:t>Ejemplo:</a:t>
            </a:r>
          </a:p>
          <a:p>
            <a:pPr marL="0" indent="0">
              <a:buNone/>
            </a:pPr>
            <a:r>
              <a:rPr lang="es-AR" sz="2000" dirty="0" err="1" smtClean="0"/>
              <a:t>You</a:t>
            </a:r>
            <a:r>
              <a:rPr lang="es-AR" sz="2000" dirty="0" smtClean="0"/>
              <a:t>  </a:t>
            </a:r>
            <a:r>
              <a:rPr lang="es-AR" sz="2000" i="1" dirty="0" err="1" smtClean="0"/>
              <a:t>have</a:t>
            </a:r>
            <a:r>
              <a:rPr lang="es-AR" sz="2000" i="1" dirty="0" smtClean="0"/>
              <a:t> to complete </a:t>
            </a:r>
            <a:r>
              <a:rPr lang="es-AR" sz="2000" dirty="0" err="1" smtClean="0"/>
              <a:t>the</a:t>
            </a:r>
            <a:r>
              <a:rPr lang="es-AR" sz="2000" dirty="0" smtClean="0"/>
              <a:t> </a:t>
            </a:r>
            <a:r>
              <a:rPr lang="es-AR" sz="2000" dirty="0" err="1" smtClean="0"/>
              <a:t>proposed</a:t>
            </a:r>
            <a:r>
              <a:rPr lang="es-AR" sz="2000" dirty="0" smtClean="0"/>
              <a:t> </a:t>
            </a:r>
            <a:r>
              <a:rPr lang="es-AR" sz="2000" dirty="0" err="1" smtClean="0"/>
              <a:t>activities</a:t>
            </a:r>
            <a:r>
              <a:rPr lang="es-AR" sz="2000" dirty="0" smtClean="0"/>
              <a:t> and </a:t>
            </a:r>
            <a:r>
              <a:rPr lang="es-AR" sz="2000" dirty="0" err="1" smtClean="0"/>
              <a:t>upload</a:t>
            </a:r>
            <a:r>
              <a:rPr lang="es-AR" sz="2000" dirty="0" smtClean="0"/>
              <a:t> </a:t>
            </a:r>
            <a:r>
              <a:rPr lang="es-AR" sz="2000" dirty="0" err="1" smtClean="0"/>
              <a:t>them</a:t>
            </a:r>
            <a:r>
              <a:rPr lang="es-AR" sz="2000" dirty="0" smtClean="0"/>
              <a:t>.</a:t>
            </a:r>
            <a:endParaRPr lang="es-AR" sz="2000" dirty="0"/>
          </a:p>
          <a:p>
            <a:pPr marL="0" indent="0">
              <a:buNone/>
            </a:pPr>
            <a:r>
              <a:rPr lang="en-US" sz="2000" dirty="0"/>
              <a:t>Computer software </a:t>
            </a:r>
            <a:r>
              <a:rPr lang="en-US" sz="2000" i="1" dirty="0"/>
              <a:t>has to be "loaded" </a:t>
            </a:r>
            <a:r>
              <a:rPr lang="en-US" sz="2000" dirty="0"/>
              <a:t>into the computer's storage (such as a hard drive, memory, or RAM).</a:t>
            </a:r>
            <a:endParaRPr lang="es-AR" dirty="0" smtClean="0"/>
          </a:p>
          <a:p>
            <a:pPr marL="0" indent="0">
              <a:buNone/>
            </a:pPr>
            <a:endParaRPr lang="es-AR" dirty="0"/>
          </a:p>
        </p:txBody>
      </p:sp>
      <p:sp>
        <p:nvSpPr>
          <p:cNvPr id="4" name="Flecha derecha 3"/>
          <p:cNvSpPr/>
          <p:nvPr/>
        </p:nvSpPr>
        <p:spPr>
          <a:xfrm>
            <a:off x="2962141" y="1803042"/>
            <a:ext cx="437881" cy="4378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22799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373488"/>
            <a:ext cx="8596668" cy="1004552"/>
          </a:xfrm>
        </p:spPr>
        <p:txBody>
          <a:bodyPr>
            <a:normAutofit fontScale="90000"/>
          </a:bodyPr>
          <a:lstStyle/>
          <a:p>
            <a:pPr algn="ctr"/>
            <a:r>
              <a:rPr lang="es-AR" b="1" dirty="0" smtClean="0"/>
              <a:t>VERBO MODAL</a:t>
            </a:r>
            <a:r>
              <a:rPr lang="es-AR" b="1" dirty="0"/>
              <a:t/>
            </a:r>
            <a:br>
              <a:rPr lang="es-AR" b="1" dirty="0"/>
            </a:br>
            <a:r>
              <a:rPr lang="es-AR" sz="3100" b="1" dirty="0"/>
              <a:t>(VOZ </a:t>
            </a:r>
            <a:r>
              <a:rPr lang="es-AR" sz="3100" b="1" dirty="0" smtClean="0"/>
              <a:t>PASIVA)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35616"/>
            <a:ext cx="8596668" cy="485533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endParaRPr lang="es-AR" dirty="0" smtClean="0"/>
          </a:p>
          <a:p>
            <a:pPr marL="0" indent="0">
              <a:buNone/>
            </a:pPr>
            <a:r>
              <a:rPr lang="en-US" dirty="0"/>
              <a:t> </a:t>
            </a:r>
            <a:endParaRPr lang="es-AR" dirty="0"/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endParaRPr lang="es-AR" dirty="0" smtClean="0"/>
          </a:p>
          <a:p>
            <a:pPr marL="0" indent="0">
              <a:buNone/>
            </a:pPr>
            <a:r>
              <a:rPr lang="es-AR" dirty="0" smtClean="0"/>
              <a:t>Ejemplos:</a:t>
            </a:r>
          </a:p>
          <a:p>
            <a:pPr marL="0" indent="0">
              <a:buNone/>
            </a:pPr>
            <a:r>
              <a:rPr lang="es-AR" dirty="0" smtClean="0"/>
              <a:t>- </a:t>
            </a:r>
            <a:r>
              <a:rPr lang="es-AR" sz="2000" dirty="0" err="1" smtClean="0"/>
              <a:t>The</a:t>
            </a:r>
            <a:r>
              <a:rPr lang="es-AR" sz="2000" dirty="0" smtClean="0"/>
              <a:t> </a:t>
            </a:r>
            <a:r>
              <a:rPr lang="es-AR" sz="2000" dirty="0" err="1" smtClean="0"/>
              <a:t>problem</a:t>
            </a:r>
            <a:r>
              <a:rPr lang="es-AR" sz="2000" dirty="0" smtClean="0"/>
              <a:t> </a:t>
            </a:r>
            <a:r>
              <a:rPr lang="es-AR" sz="2000" i="1" dirty="0" smtClean="0"/>
              <a:t>can be </a:t>
            </a:r>
            <a:r>
              <a:rPr lang="es-AR" sz="2000" i="1" dirty="0" err="1" smtClean="0"/>
              <a:t>solved</a:t>
            </a:r>
            <a:r>
              <a:rPr lang="es-AR" sz="2000" i="1" dirty="0" smtClean="0"/>
              <a:t> </a:t>
            </a:r>
            <a:r>
              <a:rPr lang="es-AR" sz="2000" dirty="0" err="1" smtClean="0"/>
              <a:t>by</a:t>
            </a:r>
            <a:r>
              <a:rPr lang="es-AR" sz="2000" dirty="0" smtClean="0"/>
              <a:t> </a:t>
            </a:r>
            <a:r>
              <a:rPr lang="es-AR" sz="2000" dirty="0" err="1" smtClean="0"/>
              <a:t>the</a:t>
            </a:r>
            <a:r>
              <a:rPr lang="es-AR" sz="2000" dirty="0" smtClean="0"/>
              <a:t> </a:t>
            </a:r>
            <a:r>
              <a:rPr lang="es-AR" sz="2000" dirty="0" err="1" smtClean="0"/>
              <a:t>end</a:t>
            </a:r>
            <a:r>
              <a:rPr lang="es-AR" sz="2000" dirty="0" smtClean="0"/>
              <a:t> of </a:t>
            </a:r>
            <a:r>
              <a:rPr lang="es-AR" sz="2000" dirty="0" err="1" smtClean="0"/>
              <a:t>the</a:t>
            </a:r>
            <a:r>
              <a:rPr lang="es-AR" sz="2000" dirty="0" smtClean="0"/>
              <a:t> </a:t>
            </a:r>
            <a:r>
              <a:rPr lang="es-AR" sz="2000" dirty="0" err="1" smtClean="0"/>
              <a:t>week</a:t>
            </a:r>
            <a:r>
              <a:rPr lang="es-AR" sz="2000" dirty="0" smtClean="0"/>
              <a:t>.</a:t>
            </a:r>
          </a:p>
          <a:p>
            <a:pPr marL="0" indent="0">
              <a:buNone/>
            </a:pPr>
            <a:r>
              <a:rPr lang="en-US" sz="2000" dirty="0" smtClean="0"/>
              <a:t>- This </a:t>
            </a:r>
            <a:r>
              <a:rPr lang="en-US" sz="2000" dirty="0"/>
              <a:t>is an </a:t>
            </a:r>
            <a:r>
              <a:rPr lang="en-US" sz="2000" b="1" dirty="0"/>
              <a:t>issue</a:t>
            </a:r>
            <a:r>
              <a:rPr lang="en-US" sz="2000" dirty="0"/>
              <a:t> which </a:t>
            </a:r>
            <a:r>
              <a:rPr lang="en-US" sz="2000" b="1" i="1" dirty="0"/>
              <a:t>should be solved </a:t>
            </a:r>
            <a:r>
              <a:rPr lang="en-US" sz="2000" b="1" dirty="0" smtClean="0"/>
              <a:t>now.</a:t>
            </a:r>
          </a:p>
          <a:p>
            <a:pPr marL="0" indent="0">
              <a:buNone/>
            </a:pPr>
            <a:r>
              <a:rPr lang="en-US" sz="2000" smtClean="0"/>
              <a:t>- What </a:t>
            </a:r>
            <a:r>
              <a:rPr lang="en-US" sz="2000" dirty="0"/>
              <a:t>uses of information technology </a:t>
            </a:r>
            <a:r>
              <a:rPr lang="en-US" sz="2000" i="1" dirty="0"/>
              <a:t>might be considered </a:t>
            </a:r>
            <a:r>
              <a:rPr lang="en-US" sz="2000" dirty="0"/>
              <a:t>improper, irresponsible, or harmful to other individuals or society? </a:t>
            </a:r>
            <a:r>
              <a:rPr lang="en-US" sz="2000" i="1" dirty="0"/>
              <a:t>Could</a:t>
            </a:r>
            <a:r>
              <a:rPr lang="en-US" sz="2000" dirty="0"/>
              <a:t> some of your examples also </a:t>
            </a:r>
            <a:r>
              <a:rPr lang="en-US" sz="2000" i="1" dirty="0"/>
              <a:t>be considered </a:t>
            </a:r>
            <a:r>
              <a:rPr lang="en-US" sz="2000" dirty="0"/>
              <a:t>proper uses in some context</a:t>
            </a:r>
            <a:r>
              <a:rPr lang="en-US" sz="2000" dirty="0" smtClean="0"/>
              <a:t>?</a:t>
            </a:r>
          </a:p>
          <a:p>
            <a:pPr>
              <a:buFontTx/>
              <a:buChar char="-"/>
            </a:pPr>
            <a:endParaRPr lang="es-AR" sz="2000" dirty="0"/>
          </a:p>
        </p:txBody>
      </p:sp>
      <p:sp>
        <p:nvSpPr>
          <p:cNvPr id="4" name="Rectángulo 3"/>
          <p:cNvSpPr/>
          <p:nvPr/>
        </p:nvSpPr>
        <p:spPr>
          <a:xfrm>
            <a:off x="772732" y="2009105"/>
            <a:ext cx="8501270" cy="1107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dirty="0" smtClean="0"/>
              <a:t>Sujeto  +   VERBO MODAL   +   BE   +    PASADO PARTICIPIO</a:t>
            </a:r>
          </a:p>
          <a:p>
            <a:pPr algn="ctr"/>
            <a:r>
              <a:rPr lang="es-AR" sz="2400" dirty="0" smtClean="0"/>
              <a:t>                                                    </a:t>
            </a:r>
            <a:r>
              <a:rPr lang="es-AR" sz="2000" dirty="0" smtClean="0"/>
              <a:t>(-ED/ 3ª columna)</a:t>
            </a: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316745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84349"/>
          </a:xfrm>
        </p:spPr>
        <p:txBody>
          <a:bodyPr>
            <a:normAutofit/>
          </a:bodyPr>
          <a:lstStyle/>
          <a:p>
            <a:pPr algn="ctr"/>
            <a:r>
              <a:rPr lang="es-AR" b="1" dirty="0" smtClean="0"/>
              <a:t>PRÁCTICA</a:t>
            </a:r>
            <a:endParaRPr lang="es-AR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12124" y="1751527"/>
            <a:ext cx="8861878" cy="4713666"/>
          </a:xfrm>
        </p:spPr>
        <p:txBody>
          <a:bodyPr/>
          <a:lstStyle/>
          <a:p>
            <a:pPr marL="0" indent="0">
              <a:buNone/>
            </a:pPr>
            <a:endParaRPr lang="es-AR" dirty="0" smtClean="0"/>
          </a:p>
          <a:p>
            <a:pPr marL="0" indent="0" algn="ctr">
              <a:buNone/>
            </a:pPr>
            <a:r>
              <a:rPr lang="es-AR" dirty="0" smtClean="0"/>
              <a:t>PROGRAMACIÓN COMPETITIVA</a:t>
            </a:r>
            <a:endParaRPr lang="es-AR" dirty="0"/>
          </a:p>
          <a:p>
            <a:pPr marL="0" indent="0">
              <a:buNone/>
            </a:pPr>
            <a:endParaRPr lang="es-AR" dirty="0" smtClean="0"/>
          </a:p>
          <a:p>
            <a:pPr marL="0" indent="0">
              <a:buNone/>
            </a:pPr>
            <a:r>
              <a:rPr lang="es-AR" dirty="0" smtClean="0">
                <a:hlinkClick r:id="rId2"/>
              </a:rPr>
              <a:t>https</a:t>
            </a:r>
            <a:r>
              <a:rPr lang="es-AR" dirty="0">
                <a:hlinkClick r:id="rId2"/>
              </a:rPr>
              <a:t>://</a:t>
            </a:r>
            <a:r>
              <a:rPr lang="es-AR" dirty="0" smtClean="0">
                <a:hlinkClick r:id="rId2"/>
              </a:rPr>
              <a:t>www.urionlinejudge.com.br/judge/es/problems/view/2714</a:t>
            </a:r>
          </a:p>
          <a:p>
            <a:pPr marL="0" indent="0">
              <a:buNone/>
            </a:pPr>
            <a:endParaRPr lang="es-AR" dirty="0">
              <a:hlinkClick r:id="rId2"/>
            </a:endParaRPr>
          </a:p>
          <a:p>
            <a:pPr marL="0" indent="0">
              <a:buNone/>
            </a:pPr>
            <a:r>
              <a:rPr lang="es-AR" dirty="0">
                <a:hlinkClick r:id="rId3"/>
              </a:rPr>
              <a:t>https://</a:t>
            </a:r>
            <a:r>
              <a:rPr lang="es-AR" dirty="0" smtClean="0">
                <a:hlinkClick r:id="rId3"/>
              </a:rPr>
              <a:t>www.urionlinejudge.com.br/judge/es/problems/view/1332</a:t>
            </a:r>
            <a:endParaRPr lang="es-AR" dirty="0" smtClean="0"/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r>
              <a:rPr lang="es-AR" dirty="0">
                <a:hlinkClick r:id="rId4"/>
              </a:rPr>
              <a:t>https://</a:t>
            </a:r>
            <a:r>
              <a:rPr lang="es-AR" dirty="0" smtClean="0">
                <a:hlinkClick r:id="rId4"/>
              </a:rPr>
              <a:t>www.urionlinejudge.com.br/judge/es/problems/view/2866</a:t>
            </a:r>
            <a:endParaRPr lang="es-AR" dirty="0" smtClean="0"/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r>
              <a:rPr lang="es-AR" dirty="0" err="1" smtClean="0"/>
              <a:t>You</a:t>
            </a:r>
            <a:r>
              <a:rPr lang="es-AR" dirty="0" smtClean="0"/>
              <a:t> can </a:t>
            </a:r>
            <a:r>
              <a:rPr lang="es-AR" dirty="0" err="1" smtClean="0"/>
              <a:t>access</a:t>
            </a:r>
            <a:r>
              <a:rPr lang="es-AR" smtClean="0"/>
              <a:t> more </a:t>
            </a:r>
            <a:r>
              <a:rPr lang="es-AR" dirty="0" err="1" smtClean="0"/>
              <a:t>programming</a:t>
            </a:r>
            <a:r>
              <a:rPr lang="es-AR" dirty="0" smtClean="0"/>
              <a:t> </a:t>
            </a:r>
            <a:r>
              <a:rPr lang="es-AR" dirty="0" err="1" smtClean="0"/>
              <a:t>problems</a:t>
            </a:r>
            <a:r>
              <a:rPr lang="es-AR" dirty="0" smtClean="0"/>
              <a:t> in</a:t>
            </a:r>
          </a:p>
          <a:p>
            <a:pPr marL="0" indent="0">
              <a:buNone/>
            </a:pPr>
            <a:r>
              <a:rPr lang="es-AR" dirty="0">
                <a:hlinkClick r:id="rId5"/>
              </a:rPr>
              <a:t>https://</a:t>
            </a:r>
            <a:r>
              <a:rPr lang="es-AR" dirty="0" smtClean="0">
                <a:hlinkClick r:id="rId5"/>
              </a:rPr>
              <a:t>www.urionlinejudge.com.br/judge/es/problems/index/3?sort=Problems.level&amp;direction=asc</a:t>
            </a:r>
            <a:endParaRPr lang="es-AR" dirty="0" smtClean="0"/>
          </a:p>
          <a:p>
            <a:pPr marL="0" indent="0">
              <a:buNone/>
            </a:pPr>
            <a:endParaRPr lang="es-AR" dirty="0" smtClean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50158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419977" cy="1320800"/>
          </a:xfrm>
        </p:spPr>
        <p:txBody>
          <a:bodyPr/>
          <a:lstStyle/>
          <a:p>
            <a:pPr algn="ctr"/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2160589"/>
            <a:ext cx="9692351" cy="38807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AR" sz="6000" dirty="0" smtClean="0"/>
              <a:t>THANKS!</a:t>
            </a:r>
          </a:p>
          <a:p>
            <a:pPr marL="0" indent="0" algn="ctr">
              <a:buNone/>
            </a:pPr>
            <a:endParaRPr lang="es-AR" sz="6000" dirty="0"/>
          </a:p>
          <a:p>
            <a:pPr marL="0" indent="0" algn="ctr">
              <a:buNone/>
            </a:pPr>
            <a:endParaRPr lang="es-AR" sz="60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870" y="3988339"/>
            <a:ext cx="1850562" cy="2283211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12699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26E45A29B641E459FF137569A0F5FF9" ma:contentTypeVersion="4" ma:contentTypeDescription="Crear nuevo documento." ma:contentTypeScope="" ma:versionID="d2cc56b9c178553dc8dae7cbf609185d">
  <xsd:schema xmlns:xsd="http://www.w3.org/2001/XMLSchema" xmlns:xs="http://www.w3.org/2001/XMLSchema" xmlns:p="http://schemas.microsoft.com/office/2006/metadata/properties" xmlns:ns2="22dc5ea4-9cdd-4970-8bc4-2ea26828404c" targetNamespace="http://schemas.microsoft.com/office/2006/metadata/properties" ma:root="true" ma:fieldsID="d0fdf1282d8307d7848beffaf71b994c" ns2:_="">
    <xsd:import namespace="22dc5ea4-9cdd-4970-8bc4-2ea2682840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dc5ea4-9cdd-4970-8bc4-2ea2682840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047E4E4-5C5C-40DB-822A-7B6E82DB6271}"/>
</file>

<file path=customXml/itemProps2.xml><?xml version="1.0" encoding="utf-8"?>
<ds:datastoreItem xmlns:ds="http://schemas.openxmlformats.org/officeDocument/2006/customXml" ds:itemID="{275FB09F-5CDA-4F4B-B88E-C000BD64F067}"/>
</file>

<file path=customXml/itemProps3.xml><?xml version="1.0" encoding="utf-8"?>
<ds:datastoreItem xmlns:ds="http://schemas.openxmlformats.org/officeDocument/2006/customXml" ds:itemID="{A43E332B-7E69-484E-B439-5B7B92A85B6C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6594</TotalTime>
  <Words>241</Words>
  <Application>Microsoft Office PowerPoint</Application>
  <PresentationFormat>Panorámica</PresentationFormat>
  <Paragraphs>87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Faceta</vt:lpstr>
      <vt:lpstr>INGLÉS I</vt:lpstr>
      <vt:lpstr>LA ORACIÓN SIMPLE (VOZ ACTIVA)</vt:lpstr>
      <vt:lpstr>VERBOS MODALES</vt:lpstr>
      <vt:lpstr>VERBOS MODALES</vt:lpstr>
      <vt:lpstr>VERBOS MODALES</vt:lpstr>
      <vt:lpstr>EXPRESIONES SUSTITUTAS</vt:lpstr>
      <vt:lpstr>VERBO MODAL (VOZ PASIVA)</vt:lpstr>
      <vt:lpstr>PRÁCTICA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INGLÉS I</dc:title>
  <dc:creator>Usuario</dc:creator>
  <cp:lastModifiedBy>Usuario</cp:lastModifiedBy>
  <cp:revision>58</cp:revision>
  <dcterms:created xsi:type="dcterms:W3CDTF">2020-03-27T22:25:37Z</dcterms:created>
  <dcterms:modified xsi:type="dcterms:W3CDTF">2022-04-07T16:18:31Z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0x010100C26E45A29B641E459FF137569A0F5FF9</vt:lpwstr>
  </property>
</Properties>
</file>